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263" r:id="rId6"/>
    <p:sldId id="318" r:id="rId7"/>
    <p:sldId id="310" r:id="rId8"/>
    <p:sldId id="309" r:id="rId9"/>
    <p:sldId id="311" r:id="rId10"/>
    <p:sldId id="320" r:id="rId11"/>
    <p:sldId id="321" r:id="rId12"/>
    <p:sldId id="322" r:id="rId13"/>
    <p:sldId id="319" r:id="rId14"/>
    <p:sldId id="316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DBB87-5FFD-424A-86D0-FA4A6C94CFE9}" v="70" dt="2026-10-24T19:01:10.605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5405" autoAdjust="0"/>
  </p:normalViewPr>
  <p:slideViewPr>
    <p:cSldViewPr snapToGrid="0">
      <p:cViewPr varScale="1">
        <p:scale>
          <a:sx n="105" d="100"/>
          <a:sy n="105" d="100"/>
        </p:scale>
        <p:origin x="264" y="6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Datta" userId="f8b29be8b781358a" providerId="LiveId" clId="{29873A51-0BD9-4505-B883-B0390FF95822}"/>
    <pc:docChg chg="undo redo custSel addSld delSld modSld sldOrd">
      <pc:chgData name="Akash Datta" userId="f8b29be8b781358a" providerId="LiveId" clId="{29873A51-0BD9-4505-B883-B0390FF95822}" dt="2026-10-24T19:01:58.566" v="1220" actId="1076"/>
      <pc:docMkLst>
        <pc:docMk/>
      </pc:docMkLst>
      <pc:sldChg chg="addSp delSp modSp mod ord">
        <pc:chgData name="Akash Datta" userId="f8b29be8b781358a" providerId="LiveId" clId="{29873A51-0BD9-4505-B883-B0390FF95822}" dt="2026-10-24T17:54:49.671" v="425" actId="20577"/>
        <pc:sldMkLst>
          <pc:docMk/>
          <pc:sldMk cId="1096717490" sldId="263"/>
        </pc:sldMkLst>
        <pc:spChg chg="mod">
          <ac:chgData name="Akash Datta" userId="f8b29be8b781358a" providerId="LiveId" clId="{29873A51-0BD9-4505-B883-B0390FF95822}" dt="2026-10-21T06:40:38.947" v="175" actId="14100"/>
          <ac:spMkLst>
            <pc:docMk/>
            <pc:sldMk cId="1096717490" sldId="263"/>
            <ac:spMk id="11" creationId="{2A3D95EF-8A67-7F71-37EF-9EB02511B163}"/>
          </ac:spMkLst>
        </pc:spChg>
        <pc:graphicFrameChg chg="add mod modGraphic">
          <ac:chgData name="Akash Datta" userId="f8b29be8b781358a" providerId="LiveId" clId="{29873A51-0BD9-4505-B883-B0390FF95822}" dt="2026-10-24T17:54:49.671" v="425" actId="20577"/>
          <ac:graphicFrameMkLst>
            <pc:docMk/>
            <pc:sldMk cId="1096717490" sldId="263"/>
            <ac:graphicFrameMk id="5" creationId="{528B6FB4-F13F-0365-9B35-343011EDBCF4}"/>
          </ac:graphicFrameMkLst>
        </pc:graphicFrameChg>
      </pc:sldChg>
      <pc:sldChg chg="modSp mod">
        <pc:chgData name="Akash Datta" userId="f8b29be8b781358a" providerId="LiveId" clId="{29873A51-0BD9-4505-B883-B0390FF95822}" dt="2026-10-24T18:59:30.794" v="1170" actId="20577"/>
        <pc:sldMkLst>
          <pc:docMk/>
          <pc:sldMk cId="2188828507" sldId="304"/>
        </pc:sldMkLst>
        <pc:spChg chg="mod">
          <ac:chgData name="Akash Datta" userId="f8b29be8b781358a" providerId="LiveId" clId="{29873A51-0BD9-4505-B883-B0390FF95822}" dt="2026-10-24T18:59:30.794" v="1170" actId="20577"/>
          <ac:spMkLst>
            <pc:docMk/>
            <pc:sldMk cId="2188828507" sldId="304"/>
            <ac:spMk id="11" creationId="{C6DCC38C-603B-CCD0-2914-0BBCD4F4F74E}"/>
          </ac:spMkLst>
        </pc:spChg>
      </pc:sldChg>
      <pc:sldChg chg="modSp mod ord">
        <pc:chgData name="Akash Datta" userId="f8b29be8b781358a" providerId="LiveId" clId="{29873A51-0BD9-4505-B883-B0390FF95822}" dt="2026-10-21T06:54:34.753" v="296" actId="14100"/>
        <pc:sldMkLst>
          <pc:docMk/>
          <pc:sldMk cId="1966913227" sldId="309"/>
        </pc:sldMkLst>
        <pc:spChg chg="mod">
          <ac:chgData name="Akash Datta" userId="f8b29be8b781358a" providerId="LiveId" clId="{29873A51-0BD9-4505-B883-B0390FF95822}" dt="2026-10-21T06:54:34.753" v="296" actId="14100"/>
          <ac:spMkLst>
            <pc:docMk/>
            <pc:sldMk cId="1966913227" sldId="309"/>
            <ac:spMk id="8" creationId="{BCFDA37B-399A-B9F0-7A7D-2A891EB7FFA6}"/>
          </ac:spMkLst>
        </pc:spChg>
        <pc:spChg chg="mod">
          <ac:chgData name="Akash Datta" userId="f8b29be8b781358a" providerId="LiveId" clId="{29873A51-0BD9-4505-B883-B0390FF95822}" dt="2026-10-21T06:49:43.590" v="292"/>
          <ac:spMkLst>
            <pc:docMk/>
            <pc:sldMk cId="1966913227" sldId="309"/>
            <ac:spMk id="19" creationId="{A7BE12AD-D808-BDE0-3EB8-5BC50B1D8474}"/>
          </ac:spMkLst>
        </pc:spChg>
      </pc:sldChg>
      <pc:sldChg chg="addSp delSp modSp mod">
        <pc:chgData name="Akash Datta" userId="f8b29be8b781358a" providerId="LiveId" clId="{29873A51-0BD9-4505-B883-B0390FF95822}" dt="2026-10-21T06:49:24.418" v="291" actId="14100"/>
        <pc:sldMkLst>
          <pc:docMk/>
          <pc:sldMk cId="4230106960" sldId="310"/>
        </pc:sldMkLst>
        <pc:spChg chg="mod">
          <ac:chgData name="Akash Datta" userId="f8b29be8b781358a" providerId="LiveId" clId="{29873A51-0BD9-4505-B883-B0390FF95822}" dt="2026-10-21T06:49:17.176" v="289"/>
          <ac:spMkLst>
            <pc:docMk/>
            <pc:sldMk cId="4230106960" sldId="310"/>
            <ac:spMk id="11" creationId="{949404F1-8E94-7D3D-71E2-A1A4B7CBCB4A}"/>
          </ac:spMkLst>
        </pc:spChg>
        <pc:spChg chg="mod">
          <ac:chgData name="Akash Datta" userId="f8b29be8b781358a" providerId="LiveId" clId="{29873A51-0BD9-4505-B883-B0390FF95822}" dt="2026-10-21T06:49:24.418" v="291" actId="14100"/>
          <ac:spMkLst>
            <pc:docMk/>
            <pc:sldMk cId="4230106960" sldId="310"/>
            <ac:spMk id="14" creationId="{F4A3718F-D67C-255A-4B64-BA379609FCD0}"/>
          </ac:spMkLst>
        </pc:spChg>
      </pc:sldChg>
      <pc:sldChg chg="addSp delSp modSp mod">
        <pc:chgData name="Akash Datta" userId="f8b29be8b781358a" providerId="LiveId" clId="{29873A51-0BD9-4505-B883-B0390FF95822}" dt="2026-10-24T19:01:58.566" v="1220" actId="1076"/>
        <pc:sldMkLst>
          <pc:docMk/>
          <pc:sldMk cId="3748348926" sldId="311"/>
        </pc:sldMkLst>
        <pc:spChg chg="add del mod">
          <ac:chgData name="Akash Datta" userId="f8b29be8b781358a" providerId="LiveId" clId="{29873A51-0BD9-4505-B883-B0390FF95822}" dt="2026-10-24T18:38:51.031" v="702" actId="21"/>
          <ac:spMkLst>
            <pc:docMk/>
            <pc:sldMk cId="3748348926" sldId="311"/>
            <ac:spMk id="4" creationId="{47C3A486-48E0-EF6D-EA7A-39B9174EF176}"/>
          </ac:spMkLst>
        </pc:spChg>
        <pc:spChg chg="add del mod">
          <ac:chgData name="Akash Datta" userId="f8b29be8b781358a" providerId="LiveId" clId="{29873A51-0BD9-4505-B883-B0390FF95822}" dt="2026-10-24T18:45:51.759" v="882" actId="21"/>
          <ac:spMkLst>
            <pc:docMk/>
            <pc:sldMk cId="3748348926" sldId="311"/>
            <ac:spMk id="7" creationId="{81BF42C9-A030-EF2F-6656-BE164A19551E}"/>
          </ac:spMkLst>
        </pc:spChg>
        <pc:spChg chg="add del mod">
          <ac:chgData name="Akash Datta" userId="f8b29be8b781358a" providerId="LiveId" clId="{29873A51-0BD9-4505-B883-B0390FF95822}" dt="2026-10-24T18:46:02.464" v="884" actId="21"/>
          <ac:spMkLst>
            <pc:docMk/>
            <pc:sldMk cId="3748348926" sldId="311"/>
            <ac:spMk id="9" creationId="{ECD5E9C4-58B0-D143-2F34-C449CA870B87}"/>
          </ac:spMkLst>
        </pc:spChg>
        <pc:spChg chg="mod">
          <ac:chgData name="Akash Datta" userId="f8b29be8b781358a" providerId="LiveId" clId="{29873A51-0BD9-4505-B883-B0390FF95822}" dt="2026-10-24T19:01:41.131" v="1216" actId="1076"/>
          <ac:spMkLst>
            <pc:docMk/>
            <pc:sldMk cId="3748348926" sldId="311"/>
            <ac:spMk id="11" creationId="{7A49C0DA-C8AE-5ECC-149A-D60ECFF8C1EB}"/>
          </ac:spMkLst>
        </pc:spChg>
        <pc:spChg chg="add del mod">
          <ac:chgData name="Akash Datta" userId="f8b29be8b781358a" providerId="LiveId" clId="{29873A51-0BD9-4505-B883-B0390FF95822}" dt="2026-10-24T19:00:54.715" v="1197" actId="478"/>
          <ac:spMkLst>
            <pc:docMk/>
            <pc:sldMk cId="3748348926" sldId="311"/>
            <ac:spMk id="12" creationId="{C6F2BA06-39BD-0413-D150-70F75EA6CC38}"/>
          </ac:spMkLst>
        </pc:spChg>
        <pc:spChg chg="add del mod">
          <ac:chgData name="Akash Datta" userId="f8b29be8b781358a" providerId="LiveId" clId="{29873A51-0BD9-4505-B883-B0390FF95822}" dt="2026-10-24T18:46:28.710" v="892" actId="21"/>
          <ac:spMkLst>
            <pc:docMk/>
            <pc:sldMk cId="3748348926" sldId="311"/>
            <ac:spMk id="14" creationId="{1E7D289E-B5F8-964C-99D9-814DB4925490}"/>
          </ac:spMkLst>
        </pc:spChg>
        <pc:spChg chg="add del mod">
          <ac:chgData name="Akash Datta" userId="f8b29be8b781358a" providerId="LiveId" clId="{29873A51-0BD9-4505-B883-B0390FF95822}" dt="2026-10-24T19:00:48.504" v="1195" actId="478"/>
          <ac:spMkLst>
            <pc:docMk/>
            <pc:sldMk cId="3748348926" sldId="311"/>
            <ac:spMk id="19" creationId="{08A9B096-063B-0AEA-3453-A36B2E492057}"/>
          </ac:spMkLst>
        </pc:spChg>
        <pc:spChg chg="add mod">
          <ac:chgData name="Akash Datta" userId="f8b29be8b781358a" providerId="LiveId" clId="{29873A51-0BD9-4505-B883-B0390FF95822}" dt="2026-10-24T19:00:44.130" v="1191" actId="767"/>
          <ac:spMkLst>
            <pc:docMk/>
            <pc:sldMk cId="3748348926" sldId="311"/>
            <ac:spMk id="20" creationId="{A6F4DB60-A75E-57E7-1A9D-8E657132234E}"/>
          </ac:spMkLst>
        </pc:spChg>
        <pc:spChg chg="add del mod">
          <ac:chgData name="Akash Datta" userId="f8b29be8b781358a" providerId="LiveId" clId="{29873A51-0BD9-4505-B883-B0390FF95822}" dt="2026-10-24T19:00:56.708" v="1198" actId="478"/>
          <ac:spMkLst>
            <pc:docMk/>
            <pc:sldMk cId="3748348926" sldId="311"/>
            <ac:spMk id="24" creationId="{45537358-0E2D-4A43-60DA-01FF33A4CF98}"/>
          </ac:spMkLst>
        </pc:spChg>
        <pc:spChg chg="add mod">
          <ac:chgData name="Akash Datta" userId="f8b29be8b781358a" providerId="LiveId" clId="{29873A51-0BD9-4505-B883-B0390FF95822}" dt="2026-10-24T19:01:55.038" v="1219" actId="20577"/>
          <ac:spMkLst>
            <pc:docMk/>
            <pc:sldMk cId="3748348926" sldId="311"/>
            <ac:spMk id="25" creationId="{1C5E820A-9C37-D05C-4BDE-7C2F1E11F222}"/>
          </ac:spMkLst>
        </pc:spChg>
        <pc:graphicFrameChg chg="add mod">
          <ac:chgData name="Akash Datta" userId="f8b29be8b781358a" providerId="LiveId" clId="{29873A51-0BD9-4505-B883-B0390FF95822}" dt="2026-10-24T17:58:02.288" v="440"/>
          <ac:graphicFrameMkLst>
            <pc:docMk/>
            <pc:sldMk cId="3748348926" sldId="311"/>
            <ac:graphicFrameMk id="2" creationId="{862395F2-A2E5-0F85-75A7-B1B749C27A56}"/>
          </ac:graphicFrameMkLst>
        </pc:graphicFrameChg>
        <pc:graphicFrameChg chg="add del mod modGraphic">
          <ac:chgData name="Akash Datta" userId="f8b29be8b781358a" providerId="LiveId" clId="{29873A51-0BD9-4505-B883-B0390FF95822}" dt="2026-10-24T19:00:14.964" v="1176" actId="21"/>
          <ac:graphicFrameMkLst>
            <pc:docMk/>
            <pc:sldMk cId="3748348926" sldId="311"/>
            <ac:graphicFrameMk id="3" creationId="{D6013019-5E82-9883-BB0A-5FC9E648DE83}"/>
          </ac:graphicFrameMkLst>
        </pc:graphicFrameChg>
        <pc:graphicFrameChg chg="add del mod modGraphic">
          <ac:chgData name="Akash Datta" userId="f8b29be8b781358a" providerId="LiveId" clId="{29873A51-0BD9-4505-B883-B0390FF95822}" dt="2026-10-24T18:38:41.556" v="698" actId="21"/>
          <ac:graphicFrameMkLst>
            <pc:docMk/>
            <pc:sldMk cId="3748348926" sldId="311"/>
            <ac:graphicFrameMk id="6" creationId="{A8E04688-F718-7C14-ED59-A89B4BF75D69}"/>
          </ac:graphicFrameMkLst>
        </pc:graphicFrameChg>
        <pc:graphicFrameChg chg="add del mod modGraphic">
          <ac:chgData name="Akash Datta" userId="f8b29be8b781358a" providerId="LiveId" clId="{29873A51-0BD9-4505-B883-B0390FF95822}" dt="2026-10-24T18:46:12.410" v="886" actId="21"/>
          <ac:graphicFrameMkLst>
            <pc:docMk/>
            <pc:sldMk cId="3748348926" sldId="311"/>
            <ac:graphicFrameMk id="10" creationId="{331005AB-F13E-0717-BB7D-BB13F6E593F6}"/>
          </ac:graphicFrameMkLst>
        </pc:graphicFrameChg>
        <pc:graphicFrameChg chg="add del mod modGraphic">
          <ac:chgData name="Akash Datta" userId="f8b29be8b781358a" providerId="LiveId" clId="{29873A51-0BD9-4505-B883-B0390FF95822}" dt="2026-10-24T18:46:37.043" v="894" actId="21"/>
          <ac:graphicFrameMkLst>
            <pc:docMk/>
            <pc:sldMk cId="3748348926" sldId="311"/>
            <ac:graphicFrameMk id="15" creationId="{346C4BD5-7D07-712E-ADFE-AD006921E80B}"/>
          </ac:graphicFrameMkLst>
        </pc:graphicFrameChg>
        <pc:graphicFrameChg chg="add mod">
          <ac:chgData name="Akash Datta" userId="f8b29be8b781358a" providerId="LiveId" clId="{29873A51-0BD9-4505-B883-B0390FF95822}" dt="2026-10-24T19:01:58.566" v="1220" actId="1076"/>
          <ac:graphicFrameMkLst>
            <pc:docMk/>
            <pc:sldMk cId="3748348926" sldId="311"/>
            <ac:graphicFrameMk id="17" creationId="{6A4B0FCB-E877-7A7C-6930-5BF670787B32}"/>
          </ac:graphicFrameMkLst>
        </pc:graphicFrameChg>
        <pc:graphicFrameChg chg="add del">
          <ac:chgData name="Akash Datta" userId="f8b29be8b781358a" providerId="LiveId" clId="{29873A51-0BD9-4505-B883-B0390FF95822}" dt="2026-10-24T19:00:47.328" v="1193" actId="22"/>
          <ac:graphicFrameMkLst>
            <pc:docMk/>
            <pc:sldMk cId="3748348926" sldId="311"/>
            <ac:graphicFrameMk id="22" creationId="{51559697-190E-FFEB-2FC7-3E596AA10EBC}"/>
          </ac:graphicFrameMkLst>
        </pc:graphicFrameChg>
      </pc:sldChg>
      <pc:sldChg chg="del">
        <pc:chgData name="Akash Datta" userId="f8b29be8b781358a" providerId="LiveId" clId="{29873A51-0BD9-4505-B883-B0390FF95822}" dt="2026-10-24T17:54:58.344" v="427" actId="47"/>
        <pc:sldMkLst>
          <pc:docMk/>
          <pc:sldMk cId="4132147533" sldId="314"/>
        </pc:sldMkLst>
      </pc:sldChg>
      <pc:sldChg chg="del">
        <pc:chgData name="Akash Datta" userId="f8b29be8b781358a" providerId="LiveId" clId="{29873A51-0BD9-4505-B883-B0390FF95822}" dt="2026-10-24T17:54:56.986" v="426" actId="47"/>
        <pc:sldMkLst>
          <pc:docMk/>
          <pc:sldMk cId="3064996118" sldId="315"/>
        </pc:sldMkLst>
      </pc:sldChg>
      <pc:sldChg chg="addSp delSp modSp mod">
        <pc:chgData name="Akash Datta" userId="f8b29be8b781358a" providerId="LiveId" clId="{29873A51-0BD9-4505-B883-B0390FF95822}" dt="2026-10-24T17:55:14.710" v="431" actId="14100"/>
        <pc:sldMkLst>
          <pc:docMk/>
          <pc:sldMk cId="537809529" sldId="316"/>
        </pc:sldMkLst>
        <pc:spChg chg="add mod">
          <ac:chgData name="Akash Datta" userId="f8b29be8b781358a" providerId="LiveId" clId="{29873A51-0BD9-4505-B883-B0390FF95822}" dt="2026-10-24T17:55:14.710" v="431" actId="14100"/>
          <ac:spMkLst>
            <pc:docMk/>
            <pc:sldMk cId="537809529" sldId="316"/>
            <ac:spMk id="4" creationId="{5A91BD8E-3425-CA67-9BF3-275A5B863BDA}"/>
          </ac:spMkLst>
        </pc:spChg>
        <pc:spChg chg="mod">
          <ac:chgData name="Akash Datta" userId="f8b29be8b781358a" providerId="LiveId" clId="{29873A51-0BD9-4505-B883-B0390FF95822}" dt="2026-10-24T17:55:07.932" v="429"/>
          <ac:spMkLst>
            <pc:docMk/>
            <pc:sldMk cId="537809529" sldId="316"/>
            <ac:spMk id="17" creationId="{96E3FD31-D19A-BFEB-821F-C00103830DC9}"/>
          </ac:spMkLst>
        </pc:spChg>
      </pc:sldChg>
      <pc:sldChg chg="addSp delSp modSp mod">
        <pc:chgData name="Akash Datta" userId="f8b29be8b781358a" providerId="LiveId" clId="{29873A51-0BD9-4505-B883-B0390FF95822}" dt="2026-10-21T06:39:34.788" v="127" actId="1076"/>
        <pc:sldMkLst>
          <pc:docMk/>
          <pc:sldMk cId="1338167130" sldId="317"/>
        </pc:sldMkLst>
        <pc:spChg chg="add mod">
          <ac:chgData name="Akash Datta" userId="f8b29be8b781358a" providerId="LiveId" clId="{29873A51-0BD9-4505-B883-B0390FF95822}" dt="2026-10-21T06:37:44.672" v="28" actId="1076"/>
          <ac:spMkLst>
            <pc:docMk/>
            <pc:sldMk cId="1338167130" sldId="317"/>
            <ac:spMk id="2" creationId="{FA1DEC5F-0446-1332-257D-A5219D55F142}"/>
          </ac:spMkLst>
        </pc:spChg>
        <pc:spChg chg="mod">
          <ac:chgData name="Akash Datta" userId="f8b29be8b781358a" providerId="LiveId" clId="{29873A51-0BD9-4505-B883-B0390FF95822}" dt="2026-10-21T06:37:13.501" v="18" actId="1076"/>
          <ac:spMkLst>
            <pc:docMk/>
            <pc:sldMk cId="1338167130" sldId="317"/>
            <ac:spMk id="3" creationId="{B45A4A65-E8B8-40CF-7ABD-97EA8FA97521}"/>
          </ac:spMkLst>
        </pc:spChg>
        <pc:spChg chg="add mod">
          <ac:chgData name="Akash Datta" userId="f8b29be8b781358a" providerId="LiveId" clId="{29873A51-0BD9-4505-B883-B0390FF95822}" dt="2026-10-21T06:39:34.788" v="127" actId="1076"/>
          <ac:spMkLst>
            <pc:docMk/>
            <pc:sldMk cId="1338167130" sldId="317"/>
            <ac:spMk id="5" creationId="{EEDA7FDD-2AFD-34EA-7EFC-704D0757CFDB}"/>
          </ac:spMkLst>
        </pc:spChg>
      </pc:sldChg>
      <pc:sldChg chg="modSp new mod ord">
        <pc:chgData name="Akash Datta" userId="f8b29be8b781358a" providerId="LiveId" clId="{29873A51-0BD9-4505-B883-B0390FF95822}" dt="2026-10-21T06:48:13.023" v="283" actId="20577"/>
        <pc:sldMkLst>
          <pc:docMk/>
          <pc:sldMk cId="408186788" sldId="318"/>
        </pc:sldMkLst>
        <pc:spChg chg="mod">
          <ac:chgData name="Akash Datta" userId="f8b29be8b781358a" providerId="LiveId" clId="{29873A51-0BD9-4505-B883-B0390FF95822}" dt="2026-10-21T06:47:39.386" v="276" actId="14100"/>
          <ac:spMkLst>
            <pc:docMk/>
            <pc:sldMk cId="408186788" sldId="318"/>
            <ac:spMk id="2" creationId="{D29934F4-DB1F-5D19-AF6A-BDFA9DA3CE7B}"/>
          </ac:spMkLst>
        </pc:spChg>
        <pc:spChg chg="mod">
          <ac:chgData name="Akash Datta" userId="f8b29be8b781358a" providerId="LiveId" clId="{29873A51-0BD9-4505-B883-B0390FF95822}" dt="2026-10-21T06:48:13.023" v="283" actId="20577"/>
          <ac:spMkLst>
            <pc:docMk/>
            <pc:sldMk cId="408186788" sldId="318"/>
            <ac:spMk id="3" creationId="{F537EE21-A31E-435D-72AE-FB65C22CBCD9}"/>
          </ac:spMkLst>
        </pc:spChg>
      </pc:sldChg>
      <pc:sldChg chg="addSp delSp modSp new mod">
        <pc:chgData name="Akash Datta" userId="f8b29be8b781358a" providerId="LiveId" clId="{29873A51-0BD9-4505-B883-B0390FF95822}" dt="2026-10-24T18:53:44.376" v="1060" actId="1076"/>
        <pc:sldMkLst>
          <pc:docMk/>
          <pc:sldMk cId="55567971" sldId="319"/>
        </pc:sldMkLst>
        <pc:spChg chg="add mod">
          <ac:chgData name="Akash Datta" userId="f8b29be8b781358a" providerId="LiveId" clId="{29873A51-0BD9-4505-B883-B0390FF95822}" dt="2026-10-21T07:13:26.370" v="386" actId="1076"/>
          <ac:spMkLst>
            <pc:docMk/>
            <pc:sldMk cId="55567971" sldId="319"/>
            <ac:spMk id="6" creationId="{E95044F7-BD97-2FDE-4E33-A565BCF0EFEC}"/>
          </ac:spMkLst>
        </pc:spChg>
        <pc:spChg chg="add mod">
          <ac:chgData name="Akash Datta" userId="f8b29be8b781358a" providerId="LiveId" clId="{29873A51-0BD9-4505-B883-B0390FF95822}" dt="2026-10-21T07:16:24.121" v="412" actId="1076"/>
          <ac:spMkLst>
            <pc:docMk/>
            <pc:sldMk cId="55567971" sldId="319"/>
            <ac:spMk id="8" creationId="{729C60CB-C273-541D-A687-A7CC8320CDD0}"/>
          </ac:spMkLst>
        </pc:spChg>
        <pc:spChg chg="add mod">
          <ac:chgData name="Akash Datta" userId="f8b29be8b781358a" providerId="LiveId" clId="{29873A51-0BD9-4505-B883-B0390FF95822}" dt="2026-10-24T18:53:44.376" v="1060" actId="1076"/>
          <ac:spMkLst>
            <pc:docMk/>
            <pc:sldMk cId="55567971" sldId="319"/>
            <ac:spMk id="10" creationId="{923AB900-8D3C-7467-3C23-A783954DA64F}"/>
          </ac:spMkLst>
        </pc:spChg>
        <pc:graphicFrameChg chg="add mod modGraphic">
          <ac:chgData name="Akash Datta" userId="f8b29be8b781358a" providerId="LiveId" clId="{29873A51-0BD9-4505-B883-B0390FF95822}" dt="2026-10-21T07:16:43.181" v="414" actId="12385"/>
          <ac:graphicFrameMkLst>
            <pc:docMk/>
            <pc:sldMk cId="55567971" sldId="319"/>
            <ac:graphicFrameMk id="12" creationId="{69FB651A-F5FB-7A2B-DE7E-2A94EB50A792}"/>
          </ac:graphicFrameMkLst>
        </pc:graphicFrameChg>
      </pc:sldChg>
      <pc:sldChg chg="addSp delSp modSp new mod">
        <pc:chgData name="Akash Datta" userId="f8b29be8b781358a" providerId="LiveId" clId="{29873A51-0BD9-4505-B883-B0390FF95822}" dt="2026-10-24T18:47:36.141" v="898" actId="113"/>
        <pc:sldMkLst>
          <pc:docMk/>
          <pc:sldMk cId="2807258910" sldId="320"/>
        </pc:sldMkLst>
        <pc:spChg chg="add del">
          <ac:chgData name="Akash Datta" userId="f8b29be8b781358a" providerId="LiveId" clId="{29873A51-0BD9-4505-B883-B0390FF95822}" dt="2026-10-24T18:38:32.775" v="697" actId="478"/>
          <ac:spMkLst>
            <pc:docMk/>
            <pc:sldMk cId="2807258910" sldId="320"/>
            <ac:spMk id="2" creationId="{80CF4C17-408B-E6DD-C044-3C5E393D3BDA}"/>
          </ac:spMkLst>
        </pc:spChg>
        <pc:spChg chg="del">
          <ac:chgData name="Akash Datta" userId="f8b29be8b781358a" providerId="LiveId" clId="{29873A51-0BD9-4505-B883-B0390FF95822}" dt="2026-10-24T18:38:20.355" v="693" actId="478"/>
          <ac:spMkLst>
            <pc:docMk/>
            <pc:sldMk cId="2807258910" sldId="320"/>
            <ac:spMk id="3" creationId="{747877D4-DDB9-3874-58BF-1A6180882D6B}"/>
          </ac:spMkLst>
        </pc:spChg>
        <pc:spChg chg="del">
          <ac:chgData name="Akash Datta" userId="f8b29be8b781358a" providerId="LiveId" clId="{29873A51-0BD9-4505-B883-B0390FF95822}" dt="2026-10-24T18:38:21.620" v="694" actId="478"/>
          <ac:spMkLst>
            <pc:docMk/>
            <pc:sldMk cId="2807258910" sldId="320"/>
            <ac:spMk id="4" creationId="{0265C4BC-B616-D861-7053-66965CD3368B}"/>
          </ac:spMkLst>
        </pc:spChg>
        <pc:spChg chg="add mod">
          <ac:chgData name="Akash Datta" userId="f8b29be8b781358a" providerId="LiveId" clId="{29873A51-0BD9-4505-B883-B0390FF95822}" dt="2026-10-24T18:46:21.147" v="891" actId="20577"/>
          <ac:spMkLst>
            <pc:docMk/>
            <pc:sldMk cId="2807258910" sldId="320"/>
            <ac:spMk id="9" creationId="{57976741-C092-4BBB-6572-EDE7B4DB3A26}"/>
          </ac:spMkLst>
        </pc:spChg>
        <pc:spChg chg="add mod">
          <ac:chgData name="Akash Datta" userId="f8b29be8b781358a" providerId="LiveId" clId="{29873A51-0BD9-4505-B883-B0390FF95822}" dt="2026-10-24T18:46:18.372" v="889" actId="20577"/>
          <ac:spMkLst>
            <pc:docMk/>
            <pc:sldMk cId="2807258910" sldId="320"/>
            <ac:spMk id="11" creationId="{7F8C29B3-7D4F-1326-B405-B8B2C45EA1D9}"/>
          </ac:spMkLst>
        </pc:spChg>
        <pc:spChg chg="add">
          <ac:chgData name="Akash Datta" userId="f8b29be8b781358a" providerId="LiveId" clId="{29873A51-0BD9-4505-B883-B0390FF95822}" dt="2026-10-24T18:46:06.452" v="885" actId="22"/>
          <ac:spMkLst>
            <pc:docMk/>
            <pc:sldMk cId="2807258910" sldId="320"/>
            <ac:spMk id="13" creationId="{3AC67259-8EAC-0C54-56D5-D704E85FD80A}"/>
          </ac:spMkLst>
        </pc:spChg>
        <pc:spChg chg="add">
          <ac:chgData name="Akash Datta" userId="f8b29be8b781358a" providerId="LiveId" clId="{29873A51-0BD9-4505-B883-B0390FF95822}" dt="2026-10-24T18:46:31.884" v="893" actId="22"/>
          <ac:spMkLst>
            <pc:docMk/>
            <pc:sldMk cId="2807258910" sldId="320"/>
            <ac:spMk id="17" creationId="{0B00DD8F-B53E-D461-8883-C0C8699E214D}"/>
          </ac:spMkLst>
        </pc:spChg>
        <pc:graphicFrameChg chg="add mod modGraphic">
          <ac:chgData name="Akash Datta" userId="f8b29be8b781358a" providerId="LiveId" clId="{29873A51-0BD9-4505-B883-B0390FF95822}" dt="2026-10-24T18:39:23.945" v="722" actId="20577"/>
          <ac:graphicFrameMkLst>
            <pc:docMk/>
            <pc:sldMk cId="2807258910" sldId="320"/>
            <ac:graphicFrameMk id="7" creationId="{4D079FE5-1FA4-A64C-2948-77BB75537664}"/>
          </ac:graphicFrameMkLst>
        </pc:graphicFrameChg>
        <pc:graphicFrameChg chg="add modGraphic">
          <ac:chgData name="Akash Datta" userId="f8b29be8b781358a" providerId="LiveId" clId="{29873A51-0BD9-4505-B883-B0390FF95822}" dt="2026-10-24T18:47:36.141" v="898" actId="113"/>
          <ac:graphicFrameMkLst>
            <pc:docMk/>
            <pc:sldMk cId="2807258910" sldId="320"/>
            <ac:graphicFrameMk id="15" creationId="{485E32C4-498B-664A-23FF-84906BB5F39C}"/>
          </ac:graphicFrameMkLst>
        </pc:graphicFrameChg>
        <pc:graphicFrameChg chg="add modGraphic">
          <ac:chgData name="Akash Datta" userId="f8b29be8b781358a" providerId="LiveId" clId="{29873A51-0BD9-4505-B883-B0390FF95822}" dt="2026-10-24T18:47:31.306" v="897" actId="113"/>
          <ac:graphicFrameMkLst>
            <pc:docMk/>
            <pc:sldMk cId="2807258910" sldId="320"/>
            <ac:graphicFrameMk id="19" creationId="{D859934C-C363-E88A-0611-AE3C8B4008EF}"/>
          </ac:graphicFrameMkLst>
        </pc:graphicFrameChg>
      </pc:sldChg>
      <pc:sldChg chg="addSp delSp modSp new mod">
        <pc:chgData name="Akash Datta" userId="f8b29be8b781358a" providerId="LiveId" clId="{29873A51-0BD9-4505-B883-B0390FF95822}" dt="2026-10-24T18:55:18.560" v="1073" actId="21"/>
        <pc:sldMkLst>
          <pc:docMk/>
          <pc:sldMk cId="2008575879" sldId="321"/>
        </pc:sldMkLst>
        <pc:spChg chg="del">
          <ac:chgData name="Akash Datta" userId="f8b29be8b781358a" providerId="LiveId" clId="{29873A51-0BD9-4505-B883-B0390FF95822}" dt="2026-10-24T18:49:27.516" v="900" actId="478"/>
          <ac:spMkLst>
            <pc:docMk/>
            <pc:sldMk cId="2008575879" sldId="321"/>
            <ac:spMk id="2" creationId="{108A9D71-B048-3CDE-E004-9ACCB1FC37E2}"/>
          </ac:spMkLst>
        </pc:spChg>
        <pc:spChg chg="del">
          <ac:chgData name="Akash Datta" userId="f8b29be8b781358a" providerId="LiveId" clId="{29873A51-0BD9-4505-B883-B0390FF95822}" dt="2026-10-24T18:49:28.257" v="901" actId="478"/>
          <ac:spMkLst>
            <pc:docMk/>
            <pc:sldMk cId="2008575879" sldId="321"/>
            <ac:spMk id="3" creationId="{CCBBF46F-A447-05ED-FB9C-498FB8CF5B69}"/>
          </ac:spMkLst>
        </pc:spChg>
        <pc:spChg chg="del">
          <ac:chgData name="Akash Datta" userId="f8b29be8b781358a" providerId="LiveId" clId="{29873A51-0BD9-4505-B883-B0390FF95822}" dt="2026-10-24T18:49:29.167" v="902" actId="478"/>
          <ac:spMkLst>
            <pc:docMk/>
            <pc:sldMk cId="2008575879" sldId="321"/>
            <ac:spMk id="4" creationId="{AF118BF9-CD84-E674-5BD3-942D749E0A97}"/>
          </ac:spMkLst>
        </pc:spChg>
        <pc:spChg chg="add mod">
          <ac:chgData name="Akash Datta" userId="f8b29be8b781358a" providerId="LiveId" clId="{29873A51-0BD9-4505-B883-B0390FF95822}" dt="2026-10-24T18:52:20.497" v="1005" actId="20577"/>
          <ac:spMkLst>
            <pc:docMk/>
            <pc:sldMk cId="2008575879" sldId="321"/>
            <ac:spMk id="7" creationId="{65EDF97A-D6E9-CEEA-8EE1-FC7FE46C23AC}"/>
          </ac:spMkLst>
        </pc:spChg>
        <pc:spChg chg="add mod">
          <ac:chgData name="Akash Datta" userId="f8b29be8b781358a" providerId="LiveId" clId="{29873A51-0BD9-4505-B883-B0390FF95822}" dt="2026-10-24T18:51:40.767" v="956" actId="1076"/>
          <ac:spMkLst>
            <pc:docMk/>
            <pc:sldMk cId="2008575879" sldId="321"/>
            <ac:spMk id="9" creationId="{9ACE8EFB-C5AF-B567-A3A3-3BE94C4CD69B}"/>
          </ac:spMkLst>
        </pc:spChg>
        <pc:spChg chg="add del mod">
          <ac:chgData name="Akash Datta" userId="f8b29be8b781358a" providerId="LiveId" clId="{29873A51-0BD9-4505-B883-B0390FF95822}" dt="2026-10-24T18:55:08.362" v="1070" actId="21"/>
          <ac:spMkLst>
            <pc:docMk/>
            <pc:sldMk cId="2008575879" sldId="321"/>
            <ac:spMk id="10" creationId="{8DAB5422-107F-E5FC-3CA5-0C5D58F179C4}"/>
          </ac:spMkLst>
        </pc:spChg>
        <pc:spChg chg="add del mod">
          <ac:chgData name="Akash Datta" userId="f8b29be8b781358a" providerId="LiveId" clId="{29873A51-0BD9-4505-B883-B0390FF95822}" dt="2026-10-24T18:55:18.560" v="1073" actId="21"/>
          <ac:spMkLst>
            <pc:docMk/>
            <pc:sldMk cId="2008575879" sldId="321"/>
            <ac:spMk id="12" creationId="{EC1C9A15-C7CD-B30E-E048-B67E0EEF1091}"/>
          </ac:spMkLst>
        </pc:spChg>
        <pc:graphicFrameChg chg="add mod modGraphic">
          <ac:chgData name="Akash Datta" userId="f8b29be8b781358a" providerId="LiveId" clId="{29873A51-0BD9-4505-B883-B0390FF95822}" dt="2026-10-24T18:51:14.205" v="954" actId="1076"/>
          <ac:graphicFrameMkLst>
            <pc:docMk/>
            <pc:sldMk cId="2008575879" sldId="321"/>
            <ac:graphicFrameMk id="6" creationId="{74CA9D30-6575-AB9B-2DC1-8B6B7E65548F}"/>
          </ac:graphicFrameMkLst>
        </pc:graphicFrameChg>
      </pc:sldChg>
      <pc:sldChg chg="addSp delSp modSp new mod">
        <pc:chgData name="Akash Datta" userId="f8b29be8b781358a" providerId="LiveId" clId="{29873A51-0BD9-4505-B883-B0390FF95822}" dt="2026-10-24T18:57:40.398" v="1107" actId="1076"/>
        <pc:sldMkLst>
          <pc:docMk/>
          <pc:sldMk cId="4103907952" sldId="322"/>
        </pc:sldMkLst>
        <pc:spChg chg="del">
          <ac:chgData name="Akash Datta" userId="f8b29be8b781358a" providerId="LiveId" clId="{29873A51-0BD9-4505-B883-B0390FF95822}" dt="2026-10-24T18:55:04.652" v="1069" actId="478"/>
          <ac:spMkLst>
            <pc:docMk/>
            <pc:sldMk cId="4103907952" sldId="322"/>
            <ac:spMk id="2" creationId="{F8DA99B3-B353-4231-BCF6-AEB9159573EC}"/>
          </ac:spMkLst>
        </pc:spChg>
        <pc:spChg chg="del">
          <ac:chgData name="Akash Datta" userId="f8b29be8b781358a" providerId="LiveId" clId="{29873A51-0BD9-4505-B883-B0390FF95822}" dt="2026-10-24T18:55:02.117" v="1067" actId="478"/>
          <ac:spMkLst>
            <pc:docMk/>
            <pc:sldMk cId="4103907952" sldId="322"/>
            <ac:spMk id="3" creationId="{D670A402-61E6-4A22-AD3C-A0FF0F622D5D}"/>
          </ac:spMkLst>
        </pc:spChg>
        <pc:spChg chg="del">
          <ac:chgData name="Akash Datta" userId="f8b29be8b781358a" providerId="LiveId" clId="{29873A51-0BD9-4505-B883-B0390FF95822}" dt="2026-10-24T18:55:03.969" v="1068" actId="478"/>
          <ac:spMkLst>
            <pc:docMk/>
            <pc:sldMk cId="4103907952" sldId="322"/>
            <ac:spMk id="4" creationId="{C6D0E113-46CC-9190-F53E-4B93FAC56BBA}"/>
          </ac:spMkLst>
        </pc:spChg>
        <pc:spChg chg="add mod">
          <ac:chgData name="Akash Datta" userId="f8b29be8b781358a" providerId="LiveId" clId="{29873A51-0BD9-4505-B883-B0390FF95822}" dt="2026-10-24T18:55:14.030" v="1072" actId="1076"/>
          <ac:spMkLst>
            <pc:docMk/>
            <pc:sldMk cId="4103907952" sldId="322"/>
            <ac:spMk id="7" creationId="{CEAE32AD-1D53-FAFD-9309-64C7C9990131}"/>
          </ac:spMkLst>
        </pc:spChg>
        <pc:spChg chg="add mod">
          <ac:chgData name="Akash Datta" userId="f8b29be8b781358a" providerId="LiveId" clId="{29873A51-0BD9-4505-B883-B0390FF95822}" dt="2026-10-24T18:55:22.620" v="1075" actId="1076"/>
          <ac:spMkLst>
            <pc:docMk/>
            <pc:sldMk cId="4103907952" sldId="322"/>
            <ac:spMk id="9" creationId="{CF842BB4-D7A1-3BB3-DD20-D66EC52ADB59}"/>
          </ac:spMkLst>
        </pc:spChg>
        <pc:graphicFrameChg chg="add mod modGraphic">
          <ac:chgData name="Akash Datta" userId="f8b29be8b781358a" providerId="LiveId" clId="{29873A51-0BD9-4505-B883-B0390FF95822}" dt="2026-10-24T18:57:40.398" v="1107" actId="1076"/>
          <ac:graphicFrameMkLst>
            <pc:docMk/>
            <pc:sldMk cId="4103907952" sldId="322"/>
            <ac:graphicFrameMk id="10" creationId="{A7F4CA7E-5373-8F1F-D06E-D3AED165ED9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962" y="712518"/>
            <a:ext cx="11276076" cy="1074717"/>
          </a:xfrm>
        </p:spPr>
        <p:txBody>
          <a:bodyPr anchor="ctr"/>
          <a:lstStyle/>
          <a:p>
            <a:r>
              <a:rPr lang="en-US" sz="4400" dirty="0"/>
              <a:t>Customer Segmentation Using K-Means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A1DEC5F-0446-1332-257D-A5219D55F142}"/>
              </a:ext>
            </a:extLst>
          </p:cNvPr>
          <p:cNvSpPr txBox="1">
            <a:spLocks/>
          </p:cNvSpPr>
          <p:nvPr/>
        </p:nvSpPr>
        <p:spPr>
          <a:xfrm>
            <a:off x="2281051" y="2283031"/>
            <a:ext cx="7629898" cy="18258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AIML Minor Project | Unsupervised Learning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Mall Customer Segmentation Dataset (Kaggle)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A7FDD-2AFD-34EA-7EFC-704D0757CFDB}"/>
              </a:ext>
            </a:extLst>
          </p:cNvPr>
          <p:cNvSpPr txBox="1"/>
          <p:nvPr/>
        </p:nvSpPr>
        <p:spPr>
          <a:xfrm>
            <a:off x="9359736" y="6322076"/>
            <a:ext cx="2832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Prepared by- Akash Datta 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817510"/>
          </a:xfrm>
        </p:spPr>
        <p:txBody>
          <a:bodyPr anchor="b"/>
          <a:lstStyle/>
          <a:p>
            <a:r>
              <a:rPr lang="en-US" dirty="0"/>
              <a:t>	CONTENTS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8B6FB4-F13F-0365-9B35-343011EDB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75804"/>
              </p:ext>
            </p:extLst>
          </p:nvPr>
        </p:nvGraphicFramePr>
        <p:xfrm>
          <a:off x="3073569" y="2645356"/>
          <a:ext cx="709496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7091">
                  <a:extLst>
                    <a:ext uri="{9D8B030D-6E8A-4147-A177-3AD203B41FA5}">
                      <a16:colId xmlns:a16="http://schemas.microsoft.com/office/drawing/2014/main" val="1520503016"/>
                    </a:ext>
                  </a:extLst>
                </a:gridCol>
                <a:gridCol w="6177870">
                  <a:extLst>
                    <a:ext uri="{9D8B030D-6E8A-4147-A177-3AD203B41FA5}">
                      <a16:colId xmlns:a16="http://schemas.microsoft.com/office/drawing/2014/main" val="1018017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Problem &amp; Objectives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94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Overview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96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Cleaning &amp; EDA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79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Method: K-Means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814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Results &amp;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161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Conclusion &amp; References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963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34F4-DB1F-5D19-AF6A-BDFA9DA3C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4396387" cy="914400"/>
          </a:xfrm>
        </p:spPr>
        <p:txBody>
          <a:bodyPr/>
          <a:lstStyle/>
          <a:p>
            <a:r>
              <a:rPr lang="en-US" dirty="0"/>
              <a:t>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7EE21-A31E-435D-72AE-FB65C22CBCD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Understand customer groups using income and spending behavior</a:t>
            </a:r>
          </a:p>
          <a:p>
            <a:pPr>
              <a:defRPr sz="2400"/>
            </a:pPr>
            <a:r>
              <a:rPr lang="en-US" dirty="0"/>
              <a:t>Check data quality and explore meaningful patterns.</a:t>
            </a:r>
          </a:p>
          <a:p>
            <a:pPr>
              <a:defRPr sz="2400"/>
            </a:pPr>
            <a:r>
              <a:rPr lang="en-US" dirty="0"/>
              <a:t>Apply K-Means and evaluate cluster separation.</a:t>
            </a:r>
          </a:p>
          <a:p>
            <a:pPr>
              <a:defRPr sz="2400"/>
            </a:pPr>
            <a:r>
              <a:rPr lang="en-US" dirty="0"/>
              <a:t>Translate profiles into cautious, testable marketing ideas.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E4A3E-A2C1-21E6-60FE-57196B70B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6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8387046" cy="3877055"/>
          </a:xfrm>
        </p:spPr>
        <p:txBody>
          <a:bodyPr/>
          <a:lstStyle/>
          <a:p>
            <a:pPr marL="342900" indent="-342900">
              <a:buFont typeface="Arial"/>
              <a:buChar char="•"/>
              <a:defRPr sz="2400"/>
            </a:pPr>
            <a:r>
              <a:rPr lang="en-US" dirty="0"/>
              <a:t>Kaggle: Mall Customer Segmentation Data</a:t>
            </a:r>
          </a:p>
          <a:p>
            <a:pPr marL="342900" indent="-342900">
              <a:buFont typeface="Arial"/>
              <a:buChar char="•"/>
              <a:defRPr sz="2400"/>
            </a:pPr>
            <a:r>
              <a:rPr lang="en-US" dirty="0"/>
              <a:t>Commonly 200 records and 5 columns</a:t>
            </a:r>
          </a:p>
          <a:p>
            <a:pPr marL="342900" indent="-342900">
              <a:buFont typeface="Arial"/>
              <a:buChar char="•"/>
              <a:defRPr sz="2400"/>
            </a:pPr>
            <a:r>
              <a:rPr lang="en-US" dirty="0"/>
              <a:t>CustomerID, Gender, Age, Annual Income, Spending Score</a:t>
            </a:r>
          </a:p>
          <a:p>
            <a:pPr marL="342900" indent="-342900">
              <a:buFont typeface="Arial"/>
              <a:buChar char="•"/>
              <a:defRPr sz="2400"/>
            </a:pPr>
            <a:r>
              <a:rPr lang="en-US" dirty="0"/>
              <a:t>Spending Score is assigned by the mall—not actual revenue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EDA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684593" cy="3356576"/>
          </a:xfrm>
        </p:spPr>
        <p:txBody>
          <a:bodyPr/>
          <a:lstStyle/>
          <a:p>
            <a:pPr>
              <a:defRPr sz="2400"/>
            </a:pPr>
            <a:r>
              <a:rPr lang="en-US" dirty="0"/>
              <a:t>Check missing values, duplicates, types, and valid ranges</a:t>
            </a:r>
          </a:p>
          <a:p>
            <a:pPr>
              <a:defRPr sz="2400"/>
            </a:pPr>
            <a:r>
              <a:rPr lang="en-US" dirty="0"/>
              <a:t>Exclude CustomerID from model features</a:t>
            </a:r>
          </a:p>
          <a:p>
            <a:pPr>
              <a:defRPr sz="2400"/>
            </a:pPr>
            <a:r>
              <a:rPr lang="en-US" dirty="0"/>
              <a:t>Visualize age, income, age vs spending, and correlations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6861" y="125451"/>
            <a:ext cx="3698277" cy="656943"/>
          </a:xfrm>
        </p:spPr>
        <p:txBody>
          <a:bodyPr/>
          <a:lstStyle/>
          <a:p>
            <a:r>
              <a:rPr lang="en-US" dirty="0"/>
              <a:t>Method: K-Means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A4B0FCB-E877-7A7C-6930-5BF670787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793285"/>
              </p:ext>
            </p:extLst>
          </p:nvPr>
        </p:nvGraphicFramePr>
        <p:xfrm>
          <a:off x="813319" y="1829553"/>
          <a:ext cx="10897388" cy="19164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1173">
                  <a:extLst>
                    <a:ext uri="{9D8B030D-6E8A-4147-A177-3AD203B41FA5}">
                      <a16:colId xmlns:a16="http://schemas.microsoft.com/office/drawing/2014/main" val="3156202797"/>
                    </a:ext>
                  </a:extLst>
                </a:gridCol>
                <a:gridCol w="1641173">
                  <a:extLst>
                    <a:ext uri="{9D8B030D-6E8A-4147-A177-3AD203B41FA5}">
                      <a16:colId xmlns:a16="http://schemas.microsoft.com/office/drawing/2014/main" val="1426374433"/>
                    </a:ext>
                  </a:extLst>
                </a:gridCol>
                <a:gridCol w="1641173">
                  <a:extLst>
                    <a:ext uri="{9D8B030D-6E8A-4147-A177-3AD203B41FA5}">
                      <a16:colId xmlns:a16="http://schemas.microsoft.com/office/drawing/2014/main" val="1195470752"/>
                    </a:ext>
                  </a:extLst>
                </a:gridCol>
                <a:gridCol w="1641173">
                  <a:extLst>
                    <a:ext uri="{9D8B030D-6E8A-4147-A177-3AD203B41FA5}">
                      <a16:colId xmlns:a16="http://schemas.microsoft.com/office/drawing/2014/main" val="2396145294"/>
                    </a:ext>
                  </a:extLst>
                </a:gridCol>
                <a:gridCol w="1641173">
                  <a:extLst>
                    <a:ext uri="{9D8B030D-6E8A-4147-A177-3AD203B41FA5}">
                      <a16:colId xmlns:a16="http://schemas.microsoft.com/office/drawing/2014/main" val="543869282"/>
                    </a:ext>
                  </a:extLst>
                </a:gridCol>
                <a:gridCol w="2691523">
                  <a:extLst>
                    <a:ext uri="{9D8B030D-6E8A-4147-A177-3AD203B41FA5}">
                      <a16:colId xmlns:a16="http://schemas.microsoft.com/office/drawing/2014/main" val="1938389502"/>
                    </a:ext>
                  </a:extLst>
                </a:gridCol>
              </a:tblGrid>
              <a:tr h="5774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CustomerID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r" fontAlgn="ctr">
                        <a:buNone/>
                      </a:pP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Gender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r" fontAlgn="ctr">
                        <a:buNone/>
                      </a:pP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Age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r" fontAlgn="ctr">
                        <a:buNone/>
                      </a:pP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Annual Income (k$)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r" fontAlgn="ctr">
                        <a:buNone/>
                      </a:pP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Spending Score (1-100)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405072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Male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19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15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39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645571835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2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Male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21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15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81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085322090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3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Female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20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16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6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168575229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3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4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Female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23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16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77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343227482"/>
                  </a:ext>
                </a:extLst>
              </a:tr>
              <a:tr h="26779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4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5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Female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31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17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40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8239920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1C5E820A-9C37-D05C-4BDE-7C2F1E11F222}"/>
              </a:ext>
            </a:extLst>
          </p:cNvPr>
          <p:cNvSpPr txBox="1"/>
          <p:nvPr/>
        </p:nvSpPr>
        <p:spPr>
          <a:xfrm>
            <a:off x="813319" y="813890"/>
            <a:ext cx="68670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/>
            </a:pPr>
            <a:r>
              <a:rPr lang="en-US" sz="2000" dirty="0"/>
              <a:t>1. Unsupervised learning: no ground-truth segment labels</a:t>
            </a:r>
          </a:p>
          <a:p>
            <a:pPr>
              <a:defRPr sz="2400"/>
            </a:pPr>
            <a:endParaRPr lang="en-US" sz="2000" dirty="0"/>
          </a:p>
          <a:p>
            <a:pPr>
              <a:defRPr sz="2400"/>
            </a:pPr>
            <a:r>
              <a:rPr lang="en-US" sz="2000" dirty="0"/>
              <a:t>2. Annual income and Spending score</a:t>
            </a: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BAC0F-AE58-4428-7B09-3C16242D2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079FE5-1FA4-A64C-2948-77BB75537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306165"/>
              </p:ext>
            </p:extLst>
          </p:nvPr>
        </p:nvGraphicFramePr>
        <p:xfrm>
          <a:off x="308838" y="735516"/>
          <a:ext cx="11584420" cy="301027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16489">
                  <a:extLst>
                    <a:ext uri="{9D8B030D-6E8A-4147-A177-3AD203B41FA5}">
                      <a16:colId xmlns:a16="http://schemas.microsoft.com/office/drawing/2014/main" val="3514689183"/>
                    </a:ext>
                  </a:extLst>
                </a:gridCol>
                <a:gridCol w="916489">
                  <a:extLst>
                    <a:ext uri="{9D8B030D-6E8A-4147-A177-3AD203B41FA5}">
                      <a16:colId xmlns:a16="http://schemas.microsoft.com/office/drawing/2014/main" val="1553811411"/>
                    </a:ext>
                  </a:extLst>
                </a:gridCol>
                <a:gridCol w="916489">
                  <a:extLst>
                    <a:ext uri="{9D8B030D-6E8A-4147-A177-3AD203B41FA5}">
                      <a16:colId xmlns:a16="http://schemas.microsoft.com/office/drawing/2014/main" val="4232615101"/>
                    </a:ext>
                  </a:extLst>
                </a:gridCol>
                <a:gridCol w="916489">
                  <a:extLst>
                    <a:ext uri="{9D8B030D-6E8A-4147-A177-3AD203B41FA5}">
                      <a16:colId xmlns:a16="http://schemas.microsoft.com/office/drawing/2014/main" val="1001539581"/>
                    </a:ext>
                  </a:extLst>
                </a:gridCol>
                <a:gridCol w="916489">
                  <a:extLst>
                    <a:ext uri="{9D8B030D-6E8A-4147-A177-3AD203B41FA5}">
                      <a16:colId xmlns:a16="http://schemas.microsoft.com/office/drawing/2014/main" val="600976170"/>
                    </a:ext>
                  </a:extLst>
                </a:gridCol>
                <a:gridCol w="916489">
                  <a:extLst>
                    <a:ext uri="{9D8B030D-6E8A-4147-A177-3AD203B41FA5}">
                      <a16:colId xmlns:a16="http://schemas.microsoft.com/office/drawing/2014/main" val="4026000286"/>
                    </a:ext>
                  </a:extLst>
                </a:gridCol>
                <a:gridCol w="916489">
                  <a:extLst>
                    <a:ext uri="{9D8B030D-6E8A-4147-A177-3AD203B41FA5}">
                      <a16:colId xmlns:a16="http://schemas.microsoft.com/office/drawing/2014/main" val="2078941493"/>
                    </a:ext>
                  </a:extLst>
                </a:gridCol>
                <a:gridCol w="916489">
                  <a:extLst>
                    <a:ext uri="{9D8B030D-6E8A-4147-A177-3AD203B41FA5}">
                      <a16:colId xmlns:a16="http://schemas.microsoft.com/office/drawing/2014/main" val="1432991160"/>
                    </a:ext>
                  </a:extLst>
                </a:gridCol>
                <a:gridCol w="916489">
                  <a:extLst>
                    <a:ext uri="{9D8B030D-6E8A-4147-A177-3AD203B41FA5}">
                      <a16:colId xmlns:a16="http://schemas.microsoft.com/office/drawing/2014/main" val="4024075848"/>
                    </a:ext>
                  </a:extLst>
                </a:gridCol>
                <a:gridCol w="916489">
                  <a:extLst>
                    <a:ext uri="{9D8B030D-6E8A-4147-A177-3AD203B41FA5}">
                      <a16:colId xmlns:a16="http://schemas.microsoft.com/office/drawing/2014/main" val="1651201485"/>
                    </a:ext>
                  </a:extLst>
                </a:gridCol>
                <a:gridCol w="916489">
                  <a:extLst>
                    <a:ext uri="{9D8B030D-6E8A-4147-A177-3AD203B41FA5}">
                      <a16:colId xmlns:a16="http://schemas.microsoft.com/office/drawing/2014/main" val="1473646166"/>
                    </a:ext>
                  </a:extLst>
                </a:gridCol>
                <a:gridCol w="1503041">
                  <a:extLst>
                    <a:ext uri="{9D8B030D-6E8A-4147-A177-3AD203B41FA5}">
                      <a16:colId xmlns:a16="http://schemas.microsoft.com/office/drawing/2014/main" val="1143208377"/>
                    </a:ext>
                  </a:extLst>
                </a:gridCol>
              </a:tblGrid>
              <a:tr h="55657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en-US" sz="1400" b="1" dirty="0">
                          <a:effectLst/>
                        </a:rPr>
                      </a:b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count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unique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top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freq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mean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std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min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25%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50%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75%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</a:rPr>
                        <a:t>max</a:t>
                      </a:r>
                      <a:endParaRPr lang="en-US" sz="16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721713"/>
                  </a:ext>
                </a:extLst>
              </a:tr>
              <a:tr h="33025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CustomerID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200.0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100.5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57.879185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50.75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100.5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150.25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200.0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999736668"/>
                  </a:ext>
                </a:extLst>
              </a:tr>
              <a:tr h="1826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Gender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200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Female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112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525042896"/>
                  </a:ext>
                </a:extLst>
              </a:tr>
              <a:tr h="33025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Age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200.0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38.85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13.969007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18.0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28.75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36.0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49.0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70.0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48047393"/>
                  </a:ext>
                </a:extLst>
              </a:tr>
              <a:tr h="4778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Annual Income (k$)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200.0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60.56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26.264721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15.0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41.5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61.5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78.0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137.0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106550749"/>
                  </a:ext>
                </a:extLst>
              </a:tr>
              <a:tr h="47782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Spending Score (1-100)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200.0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NaN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50.2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25.823522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1.0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34.75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50.0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>
                          <a:effectLst/>
                        </a:rPr>
                        <a:t>73.0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99.0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9524799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7976741-C092-4BBB-6572-EDE7B4DB3A26}"/>
              </a:ext>
            </a:extLst>
          </p:cNvPr>
          <p:cNvSpPr txBox="1"/>
          <p:nvPr/>
        </p:nvSpPr>
        <p:spPr>
          <a:xfrm>
            <a:off x="707870" y="308626"/>
            <a:ext cx="1097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Data Summary Statistics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8C29B3-7D4F-1326-B405-B8B2C45EA1D9}"/>
              </a:ext>
            </a:extLst>
          </p:cNvPr>
          <p:cNvSpPr txBox="1"/>
          <p:nvPr/>
        </p:nvSpPr>
        <p:spPr>
          <a:xfrm>
            <a:off x="377162" y="3883253"/>
            <a:ext cx="6007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Data Quality Check and Data Cleaning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C67259-8EAC-0C54-56D5-D704E85FD80A}"/>
              </a:ext>
            </a:extLst>
          </p:cNvPr>
          <p:cNvSpPr txBox="1"/>
          <p:nvPr/>
        </p:nvSpPr>
        <p:spPr>
          <a:xfrm>
            <a:off x="333260" y="4252585"/>
            <a:ext cx="3106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indent="0" algn="l">
              <a:lnSpc>
                <a:spcPct val="100000"/>
              </a:lnSpc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Missing values per column: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85E32C4-498B-664A-23FF-84906BB5F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277661"/>
              </p:ext>
            </p:extLst>
          </p:nvPr>
        </p:nvGraphicFramePr>
        <p:xfrm>
          <a:off x="442059" y="4680465"/>
          <a:ext cx="4923228" cy="1798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64859">
                  <a:extLst>
                    <a:ext uri="{9D8B030D-6E8A-4147-A177-3AD203B41FA5}">
                      <a16:colId xmlns:a16="http://schemas.microsoft.com/office/drawing/2014/main" val="2603239984"/>
                    </a:ext>
                  </a:extLst>
                </a:gridCol>
                <a:gridCol w="3058369">
                  <a:extLst>
                    <a:ext uri="{9D8B030D-6E8A-4147-A177-3AD203B41FA5}">
                      <a16:colId xmlns:a16="http://schemas.microsoft.com/office/drawing/2014/main" val="2816537173"/>
                    </a:ext>
                  </a:extLst>
                </a:gridCol>
              </a:tblGrid>
              <a:tr h="4007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br>
                        <a:rPr lang="en-US" sz="1400" b="1" dirty="0">
                          <a:effectLst/>
                        </a:rPr>
                      </a:b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</a:rPr>
                        <a:t>missing_count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8880"/>
                  </a:ext>
                </a:extLst>
              </a:tr>
              <a:tr h="221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CustomerID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87894822"/>
                  </a:ext>
                </a:extLst>
              </a:tr>
              <a:tr h="221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>
                          <a:effectLst/>
                        </a:rPr>
                        <a:t>Gender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780471448"/>
                  </a:ext>
                </a:extLst>
              </a:tr>
              <a:tr h="221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>
                          <a:effectLst/>
                        </a:rPr>
                        <a:t>Age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881789873"/>
                  </a:ext>
                </a:extLst>
              </a:tr>
              <a:tr h="221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>
                          <a:effectLst/>
                        </a:rPr>
                        <a:t>Annual Income (k$)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648520503"/>
                  </a:ext>
                </a:extLst>
              </a:tr>
              <a:tr h="2216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>
                          <a:effectLst/>
                        </a:rPr>
                        <a:t>Spending Score (1-100)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53414978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B00DD8F-B53E-D461-8883-C0C8699E214D}"/>
              </a:ext>
            </a:extLst>
          </p:cNvPr>
          <p:cNvSpPr txBox="1"/>
          <p:nvPr/>
        </p:nvSpPr>
        <p:spPr>
          <a:xfrm>
            <a:off x="6231762" y="4252585"/>
            <a:ext cx="2891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Missing values after cleaning:</a:t>
            </a:r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859934C-C363-E88A-0611-AE3C8B400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322456"/>
              </p:ext>
            </p:extLst>
          </p:nvPr>
        </p:nvGraphicFramePr>
        <p:xfrm>
          <a:off x="6231762" y="4680465"/>
          <a:ext cx="4684533" cy="1798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74444">
                  <a:extLst>
                    <a:ext uri="{9D8B030D-6E8A-4147-A177-3AD203B41FA5}">
                      <a16:colId xmlns:a16="http://schemas.microsoft.com/office/drawing/2014/main" val="3371879893"/>
                    </a:ext>
                  </a:extLst>
                </a:gridCol>
                <a:gridCol w="2910089">
                  <a:extLst>
                    <a:ext uri="{9D8B030D-6E8A-4147-A177-3AD203B41FA5}">
                      <a16:colId xmlns:a16="http://schemas.microsoft.com/office/drawing/2014/main" val="1674096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en-US" sz="1400" b="1" dirty="0">
                          <a:effectLst/>
                        </a:rPr>
                      </a:b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</a:rPr>
                        <a:t>missing_after_cleaning</a:t>
                      </a:r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697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customer_id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927106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>
                          <a:effectLst/>
                        </a:rPr>
                        <a:t>gender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334268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>
                          <a:effectLst/>
                        </a:rPr>
                        <a:t>age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807819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>
                          <a:effectLst/>
                        </a:rPr>
                        <a:t>annual_income_k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007723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 err="1">
                          <a:effectLst/>
                        </a:rPr>
                        <a:t>spending_score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852851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258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3EB94-8A66-41AA-31D9-B97D4D20A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CA9D30-6575-AB9B-2DC1-8B6B7E655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33114"/>
              </p:ext>
            </p:extLst>
          </p:nvPr>
        </p:nvGraphicFramePr>
        <p:xfrm>
          <a:off x="838200" y="668873"/>
          <a:ext cx="10515600" cy="2854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66293">
                  <a:extLst>
                    <a:ext uri="{9D8B030D-6E8A-4147-A177-3AD203B41FA5}">
                      <a16:colId xmlns:a16="http://schemas.microsoft.com/office/drawing/2014/main" val="2333718110"/>
                    </a:ext>
                  </a:extLst>
                </a:gridCol>
                <a:gridCol w="2266293">
                  <a:extLst>
                    <a:ext uri="{9D8B030D-6E8A-4147-A177-3AD203B41FA5}">
                      <a16:colId xmlns:a16="http://schemas.microsoft.com/office/drawing/2014/main" val="4080909886"/>
                    </a:ext>
                  </a:extLst>
                </a:gridCol>
                <a:gridCol w="2266293">
                  <a:extLst>
                    <a:ext uri="{9D8B030D-6E8A-4147-A177-3AD203B41FA5}">
                      <a16:colId xmlns:a16="http://schemas.microsoft.com/office/drawing/2014/main" val="724218220"/>
                    </a:ext>
                  </a:extLst>
                </a:gridCol>
                <a:gridCol w="3716721">
                  <a:extLst>
                    <a:ext uri="{9D8B030D-6E8A-4147-A177-3AD203B41FA5}">
                      <a16:colId xmlns:a16="http://schemas.microsoft.com/office/drawing/2014/main" val="850146846"/>
                    </a:ext>
                  </a:extLst>
                </a:gridCol>
              </a:tblGrid>
              <a:tr h="3661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k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ctr" fontAlgn="ctr">
                        <a:buNone/>
                      </a:pP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</a:rPr>
                        <a:t>inertia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ctr" fontAlgn="ctr">
                        <a:buNone/>
                      </a:pP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effectLst/>
                        </a:rPr>
                        <a:t>silhouette_score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114083"/>
                  </a:ext>
                </a:extLst>
              </a:tr>
              <a:tr h="2025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2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269.691012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0.321271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991109735"/>
                  </a:ext>
                </a:extLst>
              </a:tr>
              <a:tr h="2025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1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3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157.704008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0.466585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590850237"/>
                  </a:ext>
                </a:extLst>
              </a:tr>
              <a:tr h="2025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2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4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108.921317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0.493907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81405054"/>
                  </a:ext>
                </a:extLst>
              </a:tr>
              <a:tr h="2025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3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5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65.568408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0.554657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954036916"/>
                  </a:ext>
                </a:extLst>
              </a:tr>
              <a:tr h="2025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4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6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55.057348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0.539880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571235226"/>
                  </a:ext>
                </a:extLst>
              </a:tr>
              <a:tr h="2025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5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7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44.864756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0.528149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119141998"/>
                  </a:ext>
                </a:extLst>
              </a:tr>
              <a:tr h="2025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6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8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37.148117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0.456721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392759067"/>
                  </a:ext>
                </a:extLst>
              </a:tr>
              <a:tr h="2025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7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9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32.392268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0.457085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4241540976"/>
                  </a:ext>
                </a:extLst>
              </a:tr>
              <a:tr h="2025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8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10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>
                          <a:effectLst/>
                        </a:rPr>
                        <a:t>29.685788</a:t>
                      </a:r>
                      <a:endParaRPr lang="en-US" sz="1400" b="1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>
                          <a:effectLst/>
                        </a:rPr>
                        <a:t>0.436212</a:t>
                      </a:r>
                      <a:endParaRPr lang="en-US" sz="1400" b="1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8359721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5EDF97A-D6E9-CEEA-8EE1-FC7FE46C23AC}"/>
              </a:ext>
            </a:extLst>
          </p:cNvPr>
          <p:cNvSpPr txBox="1"/>
          <p:nvPr/>
        </p:nvSpPr>
        <p:spPr>
          <a:xfrm>
            <a:off x="838200" y="218064"/>
            <a:ext cx="4402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Selection of the number of Clusters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CE8EFB-C5AF-B567-A3A3-3BE94C4CD69B}"/>
              </a:ext>
            </a:extLst>
          </p:cNvPr>
          <p:cNvSpPr txBox="1"/>
          <p:nvPr/>
        </p:nvSpPr>
        <p:spPr>
          <a:xfrm>
            <a:off x="838200" y="3605310"/>
            <a:ext cx="609499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Baseline k selected by highest silhouette score: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575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DC5BB-02F8-BC56-7BF5-782C84D74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E32AD-1D53-FAFD-9309-64C7C9990131}"/>
              </a:ext>
            </a:extLst>
          </p:cNvPr>
          <p:cNvSpPr txBox="1"/>
          <p:nvPr/>
        </p:nvSpPr>
        <p:spPr>
          <a:xfrm>
            <a:off x="741310" y="448115"/>
            <a:ext cx="397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6.Evaluation &amp; Profile Segmentation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842BB4-D7A1-3BB3-DD20-D66EC52ADB59}"/>
              </a:ext>
            </a:extLst>
          </p:cNvPr>
          <p:cNvSpPr txBox="1"/>
          <p:nvPr/>
        </p:nvSpPr>
        <p:spPr>
          <a:xfrm>
            <a:off x="897747" y="817447"/>
            <a:ext cx="6094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Final silhouette score: 0.555 </a:t>
            </a:r>
          </a:p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Final inertia: 65.568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7F4CA7E-5373-8F1F-D06E-D3AED165E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471677"/>
              </p:ext>
            </p:extLst>
          </p:nvPr>
        </p:nvGraphicFramePr>
        <p:xfrm>
          <a:off x="491355" y="1542338"/>
          <a:ext cx="11523861" cy="2011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3780">
                  <a:extLst>
                    <a:ext uri="{9D8B030D-6E8A-4147-A177-3AD203B41FA5}">
                      <a16:colId xmlns:a16="http://schemas.microsoft.com/office/drawing/2014/main" val="2186369438"/>
                    </a:ext>
                  </a:extLst>
                </a:gridCol>
                <a:gridCol w="1333780">
                  <a:extLst>
                    <a:ext uri="{9D8B030D-6E8A-4147-A177-3AD203B41FA5}">
                      <a16:colId xmlns:a16="http://schemas.microsoft.com/office/drawing/2014/main" val="2140932494"/>
                    </a:ext>
                  </a:extLst>
                </a:gridCol>
                <a:gridCol w="1333780">
                  <a:extLst>
                    <a:ext uri="{9D8B030D-6E8A-4147-A177-3AD203B41FA5}">
                      <a16:colId xmlns:a16="http://schemas.microsoft.com/office/drawing/2014/main" val="2743271764"/>
                    </a:ext>
                  </a:extLst>
                </a:gridCol>
                <a:gridCol w="1333780">
                  <a:extLst>
                    <a:ext uri="{9D8B030D-6E8A-4147-A177-3AD203B41FA5}">
                      <a16:colId xmlns:a16="http://schemas.microsoft.com/office/drawing/2014/main" val="1304521606"/>
                    </a:ext>
                  </a:extLst>
                </a:gridCol>
                <a:gridCol w="1333780">
                  <a:extLst>
                    <a:ext uri="{9D8B030D-6E8A-4147-A177-3AD203B41FA5}">
                      <a16:colId xmlns:a16="http://schemas.microsoft.com/office/drawing/2014/main" val="1397106351"/>
                    </a:ext>
                  </a:extLst>
                </a:gridCol>
                <a:gridCol w="1333780">
                  <a:extLst>
                    <a:ext uri="{9D8B030D-6E8A-4147-A177-3AD203B41FA5}">
                      <a16:colId xmlns:a16="http://schemas.microsoft.com/office/drawing/2014/main" val="2584475812"/>
                    </a:ext>
                  </a:extLst>
                </a:gridCol>
                <a:gridCol w="1333780">
                  <a:extLst>
                    <a:ext uri="{9D8B030D-6E8A-4147-A177-3AD203B41FA5}">
                      <a16:colId xmlns:a16="http://schemas.microsoft.com/office/drawing/2014/main" val="2500065666"/>
                    </a:ext>
                  </a:extLst>
                </a:gridCol>
                <a:gridCol w="2187401">
                  <a:extLst>
                    <a:ext uri="{9D8B030D-6E8A-4147-A177-3AD203B41FA5}">
                      <a16:colId xmlns:a16="http://schemas.microsoft.com/office/drawing/2014/main" val="2898880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400" dirty="0">
                          <a:effectLst/>
                        </a:rPr>
                      </a:br>
                      <a:r>
                        <a:rPr lang="en-US" sz="1400" dirty="0">
                          <a:effectLst/>
                        </a:rPr>
                        <a:t>cluster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r" fontAlgn="ctr">
                        <a:buNone/>
                      </a:pP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customers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effectLst/>
                        </a:rPr>
                        <a:t>mean_age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r" fontAlgn="ctr">
                        <a:buNone/>
                      </a:pP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effectLst/>
                        </a:rPr>
                        <a:t>mean_income_k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r" fontAlgn="ctr">
                        <a:buNone/>
                      </a:pP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effectLst/>
                        </a:rPr>
                        <a:t>mean_spending_score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r" fontAlgn="ctr">
                        <a:buNone/>
                      </a:pP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effectLst/>
                        </a:rPr>
                        <a:t>median_income_k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r" fontAlgn="ctr">
                        <a:buNone/>
                      </a:pP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effectLst/>
                        </a:rPr>
                        <a:t>median_spending_score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pPr algn="r" fontAlgn="ctr">
                        <a:buNone/>
                      </a:pP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effectLst/>
                        </a:rPr>
                        <a:t>customer_share_pct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77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39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32.69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86.54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82.13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79.0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83.0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19.5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94871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22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25.27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25.73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79.36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24.5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77.0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11.0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57798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81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42.72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55.30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49.52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54.0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50.0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40.5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069285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23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45.22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26.30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20.91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25.0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17.0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11.5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159328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35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41.11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88.20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17.11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85.0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16.0</a:t>
                      </a:r>
                      <a:endParaRPr lang="en-US" sz="1400" b="0" i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17.5</a:t>
                      </a:r>
                      <a:endParaRPr lang="en-US" sz="1400" b="0" i="0" dirty="0">
                        <a:solidFill>
                          <a:srgbClr val="BBBEBF"/>
                        </a:solidFill>
                        <a:effectLst/>
                        <a:latin typeface="Segoe WPC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11027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907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62018-83E4-59CE-54B4-EA197517D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826" y="54501"/>
            <a:ext cx="4114347" cy="563173"/>
          </a:xfrm>
        </p:spPr>
        <p:txBody>
          <a:bodyPr/>
          <a:lstStyle/>
          <a:p>
            <a:r>
              <a:rPr lang="en-US" dirty="0"/>
              <a:t>Results &amp; Evaluation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C60CB-C273-541D-A687-A7CC8320CDD0}"/>
              </a:ext>
            </a:extLst>
          </p:cNvPr>
          <p:cNvSpPr txBox="1"/>
          <p:nvPr/>
        </p:nvSpPr>
        <p:spPr>
          <a:xfrm>
            <a:off x="2308707" y="617674"/>
            <a:ext cx="84521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  <a:defRPr sz="2400"/>
            </a:pPr>
            <a:r>
              <a:rPr lang="en-US" sz="2000" dirty="0"/>
              <a:t>Chosen k: 5</a:t>
            </a:r>
          </a:p>
          <a:p>
            <a:pPr marL="342900" indent="-342900">
              <a:buFont typeface="Arial"/>
              <a:buChar char="•"/>
              <a:defRPr sz="2400"/>
            </a:pPr>
            <a:r>
              <a:rPr lang="en-US" sz="2000" dirty="0"/>
              <a:t>Silhouette score: 0.555</a:t>
            </a:r>
          </a:p>
          <a:p>
            <a:pPr marL="342900" indent="-342900">
              <a:buFont typeface="Arial"/>
              <a:buChar char="•"/>
              <a:defRPr sz="2400"/>
            </a:pPr>
            <a:r>
              <a:rPr lang="en-US" sz="2000" dirty="0"/>
              <a:t>Evaluation method: Elbow method and silhouette score</a:t>
            </a:r>
          </a:p>
          <a:p>
            <a:pPr marL="342900" indent="-342900">
              <a:buFont typeface="Arial"/>
              <a:buChar char="•"/>
              <a:defRPr sz="2400"/>
            </a:pPr>
            <a:r>
              <a:rPr lang="en-US" sz="2000" dirty="0"/>
              <a:t>Accuracy: Not applicable because the dataset has no ground-truth cluster labels.</a:t>
            </a:r>
          </a:p>
          <a:p>
            <a:pPr marL="342900" indent="-342900">
              <a:buFont typeface="Arial"/>
              <a:buChar char="•"/>
              <a:defRPr sz="2400"/>
            </a:pP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3AB900-8D3C-7467-3C23-A783954DA64F}"/>
              </a:ext>
            </a:extLst>
          </p:cNvPr>
          <p:cNvSpPr txBox="1"/>
          <p:nvPr/>
        </p:nvSpPr>
        <p:spPr>
          <a:xfrm>
            <a:off x="782689" y="2248890"/>
            <a:ext cx="79737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lang="en-US" sz="2000" dirty="0"/>
              <a:t>Cluster sizes and profiles: 81, 39, 22, 35 and 23 customers:</a:t>
            </a:r>
          </a:p>
          <a:p>
            <a:pPr marL="342900" indent="-342900">
              <a:buFont typeface="Arial"/>
              <a:buChar char="•"/>
              <a:defRPr sz="2400"/>
            </a:pPr>
            <a:endParaRPr lang="en-US" sz="20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9FB651A-F5FB-7A2B-DE7E-2A94EB50A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406564"/>
              </p:ext>
            </p:extLst>
          </p:nvPr>
        </p:nvGraphicFramePr>
        <p:xfrm>
          <a:off x="867469" y="2833740"/>
          <a:ext cx="9577481" cy="2560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41242">
                  <a:extLst>
                    <a:ext uri="{9D8B030D-6E8A-4147-A177-3AD203B41FA5}">
                      <a16:colId xmlns:a16="http://schemas.microsoft.com/office/drawing/2014/main" val="648196468"/>
                    </a:ext>
                  </a:extLst>
                </a:gridCol>
                <a:gridCol w="1947499">
                  <a:extLst>
                    <a:ext uri="{9D8B030D-6E8A-4147-A177-3AD203B41FA5}">
                      <a16:colId xmlns:a16="http://schemas.microsoft.com/office/drawing/2014/main" val="1898166295"/>
                    </a:ext>
                  </a:extLst>
                </a:gridCol>
                <a:gridCol w="2394370">
                  <a:extLst>
                    <a:ext uri="{9D8B030D-6E8A-4147-A177-3AD203B41FA5}">
                      <a16:colId xmlns:a16="http://schemas.microsoft.com/office/drawing/2014/main" val="1119405126"/>
                    </a:ext>
                  </a:extLst>
                </a:gridCol>
                <a:gridCol w="2394370">
                  <a:extLst>
                    <a:ext uri="{9D8B030D-6E8A-4147-A177-3AD203B41FA5}">
                      <a16:colId xmlns:a16="http://schemas.microsoft.com/office/drawing/2014/main" val="39431966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Customer 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Avg. annual 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Avg. spending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418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Average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$55,000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9465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High-income, high-spending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$86,000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1076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Lower-income, high-spending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$26,000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358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High-income, low-spending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$88,000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493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Lower-income, low-spending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$26,000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318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629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67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347" y="926511"/>
            <a:ext cx="10360152" cy="914400"/>
          </a:xfrm>
        </p:spPr>
        <p:txBody>
          <a:bodyPr/>
          <a:lstStyle/>
          <a:p>
            <a:r>
              <a:rPr lang="en-US" dirty="0"/>
              <a:t>Conclusion &amp; 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1BD8E-3425-CA67-9BF3-275A5B863B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26347" y="2039324"/>
            <a:ext cx="8432432" cy="3840480"/>
          </a:xfrm>
        </p:spPr>
        <p:txBody>
          <a:bodyPr/>
          <a:lstStyle/>
          <a:p>
            <a:pPr>
              <a:defRPr sz="2400"/>
            </a:pPr>
            <a:r>
              <a:rPr lang="en-US" dirty="0"/>
              <a:t>End-to-end workflow: clean → explore → cluster → evaluate</a:t>
            </a:r>
          </a:p>
          <a:p>
            <a:pPr>
              <a:defRPr sz="2400"/>
            </a:pPr>
            <a:r>
              <a:rPr lang="en-US" dirty="0"/>
              <a:t>Main outcome: interpretable groups and testable hypotheses</a:t>
            </a:r>
          </a:p>
          <a:p>
            <a:pPr>
              <a:defRPr sz="2400"/>
            </a:pPr>
            <a:r>
              <a:rPr lang="en-US" dirty="0"/>
              <a:t>Kaggle dataset: vjchoudhary7/customer-segmentation-tutorial-in-python</a:t>
            </a:r>
          </a:p>
          <a:p>
            <a:pPr>
              <a:defRPr sz="2400"/>
            </a:pPr>
            <a:r>
              <a:rPr lang="en-US" dirty="0"/>
              <a:t>scikit-learn clustering and silhouette documentation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Akash Datta</a:t>
            </a:r>
          </a:p>
          <a:p>
            <a:pPr lvl="1"/>
            <a:r>
              <a:rPr lang="en-US" dirty="0"/>
              <a:t>akash.datta7362@gmail.com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{D84AD557-FB86-4246-A29D-71391EA581C5}TF1ed9553b-00c4-4092-846a-c8f7f2908f3beecd942f_win32-8e33096c3cfc</Template>
  <TotalTime>122</TotalTime>
  <Words>668</Words>
  <Application>Microsoft Office PowerPoint</Application>
  <PresentationFormat>Widescreen</PresentationFormat>
  <Paragraphs>320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Gill Sans Nova Light</vt:lpstr>
      <vt:lpstr>Sagona Book</vt:lpstr>
      <vt:lpstr>Segoe WPC</vt:lpstr>
      <vt:lpstr>Custom</vt:lpstr>
      <vt:lpstr>Customer Segmentation Using K-Means</vt:lpstr>
      <vt:lpstr> CONTENTS</vt:lpstr>
      <vt:lpstr>Problem &amp; Objectives</vt:lpstr>
      <vt:lpstr>Dataset Overview</vt:lpstr>
      <vt:lpstr>Data Cleaning &amp; EDA</vt:lpstr>
      <vt:lpstr>Method: K-Means</vt:lpstr>
      <vt:lpstr>PowerPoint Presentation</vt:lpstr>
      <vt:lpstr>PowerPoint Presentation</vt:lpstr>
      <vt:lpstr>PowerPoint Presentation</vt:lpstr>
      <vt:lpstr>Results &amp; Evaluation</vt:lpstr>
      <vt:lpstr>Conclusion &amp; 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Datta</dc:creator>
  <cp:lastModifiedBy>Akash Datta</cp:lastModifiedBy>
  <cp:revision>1</cp:revision>
  <dcterms:created xsi:type="dcterms:W3CDTF">2026-10-21T06:34:29Z</dcterms:created>
  <dcterms:modified xsi:type="dcterms:W3CDTF">2026-10-24T19:02:02Z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